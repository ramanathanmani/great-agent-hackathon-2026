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node decision-policy/negation-benchmark.mjs. The same run shows the Round-1 keyword engine recognised only 7 of 20 genuine requests, which is why the MVP uses Claude for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assumptions. Unit costs (Sep 2026 list prices, ₹85/$): VoBiz ₹0.45/min; Sarvam STT ₹30/hr; ElevenLabs Flash $0.05 per 1K chars (~1,500 agent chars per 3-min call); Claude checks ~2 per call, Haiku 4.5 ($1/$5 per M tokens) for routine and Sonnet 5 ($2/$10) for ~20% ambiguous cases, ~2K in / 300 out tokens each; hosting + storage ~$0.005. Voice call cost ~₹10.4 per 3 min (~₹3.5/min) vs ₹8/min price (~56% margin). Plug-in cost ~₹1.1 per guarded action vs $0.03 (₹2.55) price (~55% margin). Dodo Payments fees (4% + $0.15 per INR transaction, $1 per refund) and Freshdesk plans are paid by the customer on their own accounts. Year 1: plug-in ramps to 50 customers (avg 25) at 20K guarded actions/month = $180K; voice ramps to 10 brands (avg 5) at 30K minutes/month = $169K; total $349K revenue, ~$195K gross profit; cumulative gross profit passes the $90K build around month 8. Customer ROI: brand with 20K guarded actions pays $600 (₹51K)/month; if 2% of requests contain a negation and 48% of those misfire (our measured rate), ~192 wrong ₹1,000 actions are prevented = ₹1.92L/month, ~3.8x; break-even at 51 prevented actions = 0.26%.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12  ·  INITIATIVE OVERVIEW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FINAL ROUND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 ·   Owner: Team Ramanathan &amp; Sadhana   ·   Track 1: Customer &amp; Employee Experience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410712"/>
            <a:ext cx="219456" cy="219456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5214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immediately call a refund, cancellation or replacement API. One missed negation turns the right conversation into the wrong transaction.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340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44568" y="3410712"/>
            <a:ext cx="219456" cy="21945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5546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the AI agent and its API/tool calls. It validates intent, negation, confidence, sentiment and SOP rules before execution.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7888" y="3410712"/>
            <a:ext cx="219456" cy="21945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5878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EXTENSION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4788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escalated calls become Freshdesk tickets with transcript, decision context and action details for a human agent.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86400"/>
            <a:ext cx="1362456" cy="566928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892808" y="5486400"/>
            <a:ext cx="1362456" cy="566928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145536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398264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4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12  ·  PROBLEM STATEMENT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11 of 23 team-written test sentences (Hindi, Tamil, English, Telugu, Kannada, Bengali)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3 &amp; 4 OF 12  ·  WHY NOW  ·  COMPETITIVE LANDSCAPE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3·4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 &amp; Competitive Landscape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and nobody gates what they are allowed to do on a misheard word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7020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892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act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85416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 and returns directly.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85658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2679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Code-mixing is normal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234440" y="297180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language mid-sentence; the risk sits in small intent-flipping words.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34655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stack is ready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234440" y="375818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VoBiz, Sarvam, Claude and ElevenLabs make a checked, real-time voice agent possible now.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15968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731520" y="43159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2331720" y="431596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word error rate across speech-to-text models.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alone can't be trusted with irreversible actions.</a:t>
            </a:r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Deepgram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26364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90956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955548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172200" y="2176272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364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90956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9555480" y="217627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run on the first interpretation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172200" y="2962656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26364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790956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9555480" y="296265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action, even low-risk ones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172200" y="37490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26364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790956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toxicity, PII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955548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action gate for code-mixed negation + speech confidence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6172200" y="4535424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19050">
            <a:solidFill>
              <a:srgbClr val="F4A30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26364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</p:txBody>
      </p:sp>
      <p:sp>
        <p:nvSpPr>
          <p:cNvPr id="41" name="Text 36"/>
          <p:cNvSpPr txBox="1"/>
          <p:nvPr/>
        </p:nvSpPr>
        <p:spPr>
          <a:xfrm>
            <a:off x="790956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→ risk check → ALLOW / CONFIRM / BLOCK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9555480" y="453542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cases go to Freshworks with full context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548640" y="548640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39"/>
          <p:cNvSpPr txBox="1"/>
          <p:nvPr/>
        </p:nvSpPr>
        <p:spPr>
          <a:xfrm>
            <a:off x="777240" y="5486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voice bot: the layer that decides when an agent may call an API.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548640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6400800" y="5486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action gate + human escalation + a full audit record.</a:t>
            </a:r>
            <a:endParaRPr lang="en-US" sz="1150" dirty="0"/>
          </a:p>
        </p:txBody>
      </p:sp>
      <p:sp>
        <p:nvSpPr>
          <p:cNvPr id="47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the Intent-Validation Safety Gate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what the voice agent hears and what it is allowed to do; each part has one job in preventing a wrong action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65176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75488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85800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4108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961120" y="1463040"/>
            <a:ext cx="2697480" cy="105156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 · Codemix Skill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2514600"/>
            <a:ext cx="6972300" cy="4114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8745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 → human agent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375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6537960" y="2514600"/>
            <a:ext cx="3771900" cy="4114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0749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read-back, voice or DTMF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5379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738360" y="2514600"/>
            <a:ext cx="571500" cy="4114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2753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Payments: refund / return / replace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7383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874520" y="3657600"/>
            <a:ext cx="9326880" cy="365760"/>
          </a:xfrm>
          <a:prstGeom prst="roundRect">
            <a:avLst>
              <a:gd name="adj" fmla="val 20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every reply in the caller's own language mix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PART PREVENTS A WRONG ACTION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confirmation needs no speech recognition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14016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551176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34056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688336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2551176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and Tamil + English transcribed, so the negation reaches the check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79392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416552" y="4663440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99432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416552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vendam” = NO refund, YES replacement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44768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81928" y="4663440"/>
            <a:ext cx="128016" cy="128016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64808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6281928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 only after the gate says YES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10144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47304" y="4663440"/>
            <a:ext cx="128016" cy="12801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0184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84464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8147304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resolved safely → Freshdesk ticket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7552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0012680" y="4663440"/>
            <a:ext cx="128016" cy="128016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9556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REPLY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1001268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back what it understood in the caller's mix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44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4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944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30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295351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06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516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26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02368" y="1682496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02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652760" y="3236976"/>
            <a:ext cx="914" cy="23774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692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802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802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H="1">
            <a:off x="9326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7406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516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16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keypad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7516368" y="4855464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 flipH="1">
            <a:off x="7040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120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5230368" y="35844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30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5230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4754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2834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2944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944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2944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flipH="1">
            <a:off x="2468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API log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5285232"/>
            <a:ext cx="11109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scores caller sentiment every turn; two negative turns or an explicit request for a human → Freshdesk ticket.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 first (1.87 ms measured); Claude runs only before sensitive actions.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company rules (authorisation, required confirmation, escalation) → PASS / VIOLATION + audit reference; transcript, decisions and API calls are stored.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VoBiz voice-activity detection stops ElevenLabs playback the moment the caller speaks; the new words become the latest input.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FRESHWORKS INTEGRATION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takes the handoff; also works with Freshcaller as the voice channel and alongside Freddy AI 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AGENTIC / AI DESIGN  ·  MVP SCOPE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Design, MVP Scope &amp; Early Proof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 that intercepts the proposed action before the company API is called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DESIGN: THE PLUG-IN CONTROL POINT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74520"/>
            <a:ext cx="2859786" cy="713232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 (Freddy or own) proposes a tool call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8698" y="1874520"/>
            <a:ext cx="2859786" cy="713232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intercepts via MCP / REST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048756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Claude + gate: ALLOW / CONFIRM / BLOCK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798814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Dodo / company API runs, or Freshdesk handoff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240280" y="283464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395728" y="283464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engine + intent scoring · MCP server · live Freshdesk ticket API · negation gate v0 + benchmark · Vercel demo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240280" y="393192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395728" y="3931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 · Claude safety gate · Dodo action path · Freshdesk escalation · Hindi + Tamil + English · audit trail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292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40280" y="502920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2395728" y="502920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interrupt tuning · SOP rule editor + reports · more Indian languages · Freshworks Marketplace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75120" y="2834640"/>
            <a:ext cx="49834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903720" y="2926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812280" y="3154680"/>
          <a:ext cx="47091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903720" y="5166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23 → 0 of 23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actions; 0 of 20 genuine requests blocked. 43 team-written sentences in 6 languages; the pilot measures real calls.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6–9 OF 12  ·  CUSTOMERS  ·  VALUE  ·  PRICING  ·  GO-TO-MARKET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Customers, Value, Pricing &amp; Go-to-Market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act; pilot → proof → Freshworks distribution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on Freshdesk deploying AI voice agents for Indian customers.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needing one safety / policy layer across many clients.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returns, replacements, cancellations.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~26% of COD orders return to origin (Shipway FY25), so these calls are high-volume.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30568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0299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the existing agent serves mixed-language callers, and nothing irreversible happens on a misheard word.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first guess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“mat” = wrong refund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escalation, no record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Codemix Skill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intent + negation first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+ audit trail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(proposed)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370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437083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7000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920240" y="4700016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guarded action: plug-in on the customer's own agent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0292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 / min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5029200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voice agent: VoBiz + Sarvam + Claude + ElevenLabs + Freshdesk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5838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920240" y="535838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SOP rule packs, India data residency, SLA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6875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above run cost (~55% gross margin, slide 10). One prevented ₹1,000 wrong refund pays for ~390 guarded actions.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90488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355080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830568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373368" y="4443984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73368" y="44439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41655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 on Freshdesk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73368" y="4773168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73368" y="47731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720840" y="4745736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73368" y="5102352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73368" y="51023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720840" y="50749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 + demo video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73368" y="5431536"/>
            <a:ext cx="246888" cy="246888"/>
          </a:xfrm>
          <a:prstGeom prst="ellipse">
            <a:avLst/>
          </a:prstGeom>
          <a:solidFill>
            <a:srgbClr val="12AF9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73368" y="54315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720840" y="540410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373368" y="5760720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73368" y="57607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720840" y="573328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deals + BPO partners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10–12 OF 12  ·  COSTS &amp; ROI  ·  METRICS  ·  RISKS &amp; ASSUMPTIONS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Costs, ROI, Success Metrics &amp; Risks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to build and run, what it returns, how we measure it, and what could go wrong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Unit Economics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build: M1 data · M2 gate + voice · M3 Freshdesk + pilot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54203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$60K · linguist $10K · PM $8K · APIs $7K · buffer $5K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90779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COST PER 3-MIN VOICE CALL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3145536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14553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telephony (₹0.45/min)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31455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383280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383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STT (₹30/hr)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38328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" y="3621024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6210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Flash ($0.05/1K chars)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362102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₹6.40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" y="3858768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8587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checks (Haiku 4.5 / Sonnet 5)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337560" y="385876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58368" y="4096512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096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+ transcript storage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337560" y="4096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58368" y="4334256"/>
            <a:ext cx="3383280" cy="228600"/>
          </a:xfrm>
          <a:prstGeom prst="rect">
            <a:avLst/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33425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₹3.5/min vs ₹8 price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337560" y="43342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₹10.4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46177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only: ₹1.1 cost vs ₹2.55 price per action. Dodo and Freshdesk fees stay on the customer's own plans.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61688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26280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74920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53128" y="2304288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2628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negation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355080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&lt;0.5%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453128" y="2642616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26280" y="2642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latency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1.87ms†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453128" y="2980944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26280" y="29809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(sensitive)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7059168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&lt;900ms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453128" y="3319272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26280" y="3319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6355080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059168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≤15%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453128" y="3657600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52628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355080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059168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453128" y="3995928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26280" y="3995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355080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453128" y="4334256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26280" y="4334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(2 qtrs)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6355080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4498848" y="4663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engine, no gate, 23-sentence test set   † npm test average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80924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8" name="Text 66"/>
          <p:cNvSpPr txBox="1"/>
          <p:nvPr/>
        </p:nvSpPr>
        <p:spPr>
          <a:xfrm>
            <a:off x="82570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88056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8247888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the negation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confirm every risky action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8247888" y="25328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checks only when sensitive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247888" y="2962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lexicon + model fallback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8247888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≤15% confirmation budget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8247888" y="3840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8247888" y="4069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is accurate enough with the fallback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77240" y="52303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3291840" y="523036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· full assumptions in speaker notes · validated in the pilot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7772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~3.8×</a:t>
            </a:r>
            <a:endParaRPr lang="en-US" sz="2200" dirty="0"/>
          </a:p>
        </p:txBody>
      </p:sp>
      <p:sp>
        <p:nvSpPr>
          <p:cNvPr id="80" name="Text 78"/>
          <p:cNvSpPr txBox="1"/>
          <p:nvPr/>
        </p:nvSpPr>
        <p:spPr>
          <a:xfrm>
            <a:off x="20391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ROI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₹1.9L saved vs ₹51K fee / month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35204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0.26%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47823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guarded actions going wrong</a:t>
            </a:r>
            <a:endParaRPr lang="en-US" sz="950" dirty="0"/>
          </a:p>
        </p:txBody>
      </p:sp>
      <p:sp>
        <p:nvSpPr>
          <p:cNvPr id="83" name="Text 81"/>
          <p:cNvSpPr txBox="1"/>
          <p:nvPr/>
        </p:nvSpPr>
        <p:spPr>
          <a:xfrm>
            <a:off x="62636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$349K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75255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revenue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$90K build · ~$195K gross profit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9006840" y="548640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 mo</a:t>
            </a:r>
            <a:endParaRPr lang="en-US" sz="2200" dirty="0"/>
          </a:p>
        </p:txBody>
      </p:sp>
      <p:sp>
        <p:nvSpPr>
          <p:cNvPr id="86" name="Text 84"/>
          <p:cNvSpPr txBox="1"/>
          <p:nvPr/>
        </p:nvSpPr>
        <p:spPr>
          <a:xfrm>
            <a:off x="10268712" y="548640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launch, on gross profit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2026-09-26T03:12:21Z</dcterms:created>
  <dcterms:modified xsi:type="dcterms:W3CDTF">2026-09-26T03:12:21Z</dcterms:modified>
</cp:coreProperties>
</file>